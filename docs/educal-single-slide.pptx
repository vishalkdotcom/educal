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127455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1127455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I  ·  No.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4283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APRIL 10,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347472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Morning Sprint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0" y="932688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PAPER OF THE AI INNOVATION SPRINT  ·  LABOR SOLUTIONS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1127455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1389888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SPRINT REPORT  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1627632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Tools. One Chat. One Week.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097280" y="2487168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teammates built a family-finance app from one chat surface — composing five AI tools they had never wired together before.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2907792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VISHAL  ·  IMAM  ·  KAVYA       SPECIAL TO THE MORNING SPRINT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182112"/>
            <a:ext cx="10360152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3273552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STORY  ·  MCP AS THE WIRING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338828"/>
            <a:ext cx="1053388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3584448"/>
            <a:ext cx="2084832" cy="1508760"/>
          </a:xfrm>
          <a:prstGeom prst="rect">
            <a:avLst/>
          </a:prstGeom>
          <a:solidFill>
            <a:srgbClr val="FAF6E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297680"/>
            <a:ext cx="1536192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758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0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1363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Stitch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IMAM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45537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UI/UX with Stitch for the first time.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98064" y="3584448"/>
            <a:ext cx="2084832" cy="1508760"/>
          </a:xfrm>
          <a:prstGeom prst="rect">
            <a:avLst/>
          </a:prstGeom>
          <a:solidFill>
            <a:srgbClr val="FAF6E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72384" y="4297680"/>
            <a:ext cx="1536192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98064" y="36758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0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89504" y="391363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889504" y="43434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· VISHAL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35224" y="45537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using it as a cockpit, reaching every other tool via MCP.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47488" y="3584448"/>
            <a:ext cx="2084832" cy="1508760"/>
          </a:xfrm>
          <a:prstGeom prst="rect">
            <a:avLst/>
          </a:prstGeom>
          <a:solidFill>
            <a:srgbClr val="FAF6E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21808" y="4297680"/>
            <a:ext cx="1536192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6758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0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91363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API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138928" y="43434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VISHAL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84648" y="45537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using Maps + Search grounding.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96912" y="3584448"/>
            <a:ext cx="2084832" cy="1508760"/>
          </a:xfrm>
          <a:prstGeom prst="rect">
            <a:avLst/>
          </a:prstGeom>
          <a:solidFill>
            <a:srgbClr val="FAF6E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71232" y="4297680"/>
            <a:ext cx="1536192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6912" y="36758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0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88352" y="391363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Maestro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7388352" y="43434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KAVYA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34072" y="45537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AI-authored YAML flows from natural language via Claude Desktop.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546336" y="3584448"/>
            <a:ext cx="2084832" cy="1508760"/>
          </a:xfrm>
          <a:prstGeom prst="rect">
            <a:avLst/>
          </a:prstGeom>
          <a:solidFill>
            <a:srgbClr val="FAF6E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20656" y="4297680"/>
            <a:ext cx="1536192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46336" y="36758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0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37776" y="391363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Remotion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9637776" y="434340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VISHAL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683496" y="45537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using Remotion at all — this very promo video.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0" y="5166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"Five tools, one chat. Manual chain today — autonomous tomorrow."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5532120"/>
            <a:ext cx="11274552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" y="56052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2628" y="5843016"/>
            <a:ext cx="269748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628" y="5879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 can't plan for school costs.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2628" y="62819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localized data. No monthly number. No plan.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14700" y="56052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14700" y="5843016"/>
            <a:ext cx="269748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4700" y="5879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deliverables. Two days of code.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314700" y="62819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50-second promo video · Maestro E2E test flows.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76772" y="56052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76772" y="5843016"/>
            <a:ext cx="269748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6772" y="5879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stretch per teammate.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176772" y="62819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composition. First grounding. First Remotion. First Stitch.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038844" y="56052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EDITION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038844" y="5843016"/>
            <a:ext cx="269748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38844" y="5879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loop.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038844" y="62819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chain · AI in CI/CD · Design-system prompts.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6675120"/>
            <a:ext cx="1127455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SPRINT  ·  APR 10, 2026  ·  A REAL APP FOR REAL PARENTS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EduCal — Front Page</dc:title>
  <dc:subject>PptxGenJS Presentation</dc:subject>
  <dc:creator>EduCal Team (Vishal / Imam / Kavya)</dc:creator>
  <cp:lastModifiedBy>EduCal Team (Vishal / Imam / Kavya)</cp:lastModifiedBy>
  <cp:revision>1</cp:revision>
  <dcterms:created xsi:type="dcterms:W3CDTF">2026-04-09T19:13:51Z</dcterms:created>
  <dcterms:modified xsi:type="dcterms:W3CDTF">2026-04-09T19:13:51Z</dcterms:modified>
</cp:coreProperties>
</file>