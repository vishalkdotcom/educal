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59436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tools. One chat. One week.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1234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stretches. One chat. MCP as the wiring.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28600" cy="1828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64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TOOLS — the hero card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1500" y="3223260"/>
            <a:ext cx="11045952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97180" y="2057400"/>
            <a:ext cx="2157984" cy="2331720"/>
          </a:xfrm>
          <a:prstGeom prst="roundRect">
            <a:avLst>
              <a:gd name="adj" fmla="val 4237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83564" y="21945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3564" y="2194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IMAM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8620" y="26517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4340" y="3246120"/>
            <a:ext cx="1883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UI/UX with Stitch for the first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6332" y="2057400"/>
            <a:ext cx="2157984" cy="2331720"/>
          </a:xfrm>
          <a:prstGeom prst="roundRect">
            <a:avLst>
              <a:gd name="adj" fmla="val 4237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9349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42716" y="21945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42716" y="2194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· VISHAL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47772" y="26517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93492" y="3246120"/>
            <a:ext cx="1883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using Claude Code as the cockpit reaching every other tool via MCP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15484" y="2057400"/>
            <a:ext cx="2157984" cy="2331720"/>
          </a:xfrm>
          <a:prstGeom prst="roundRect">
            <a:avLst>
              <a:gd name="adj" fmla="val 4237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5264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01868" y="21945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1868" y="2194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VISHAL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06924" y="26517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152644" y="3246120"/>
            <a:ext cx="1883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using Gemini Maps + Search grounding (prior use was plain prompts)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74636" y="2057400"/>
            <a:ext cx="2157984" cy="2331720"/>
          </a:xfrm>
          <a:prstGeom prst="roundRect">
            <a:avLst>
              <a:gd name="adj" fmla="val 4237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1179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61020" y="21945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61020" y="2194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KAVYA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466076" y="26517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11796" y="3246120"/>
            <a:ext cx="1883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AI-authored YAML flows from natural language via Claude Desktop + Maestro MCP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33788" y="2057400"/>
            <a:ext cx="2157984" cy="2331720"/>
          </a:xfrm>
          <a:prstGeom prst="roundRect">
            <a:avLst>
              <a:gd name="adj" fmla="val 4237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7094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520172" y="219456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0D47A1"/>
          </a:solidFill>
          <a:ln w="6350">
            <a:solidFill>
              <a:srgbClr val="2196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520172" y="21945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VISHAL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825228" y="2651760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Remotion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870948" y="3246120"/>
            <a:ext cx="1883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using Remotion at all — this promo video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tools, one chat. Manual chain today — autonomous tomorrow.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" y="5074920"/>
            <a:ext cx="11274552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166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STORY  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5196" y="548640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5196" y="5596128"/>
            <a:ext cx="45720" cy="107899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" y="55961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8076" y="58338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can't plan for school costs.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08076" y="6263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localized data. No monthly number. No plan.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05556" y="548640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05556" y="5596128"/>
            <a:ext cx="45720" cy="107899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88436" y="55961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OUTPUT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488436" y="58338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deliverables. Two days of code.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488436" y="6263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Promo video · Maestro test flows.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85916" y="548640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85916" y="5596128"/>
            <a:ext cx="45720" cy="107899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8796" y="55961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LEARNINGS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68796" y="58338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stretch per teammate.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368796" y="6263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composition · First grounding · First Remotion · First Stitch.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066276" y="5486400"/>
            <a:ext cx="2697480" cy="1298448"/>
          </a:xfrm>
          <a:prstGeom prst="roundRect">
            <a:avLst>
              <a:gd name="adj" fmla="val 5634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66276" y="5596128"/>
            <a:ext cx="45720" cy="107899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49156" y="559612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NEXT TIME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9249156" y="58338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249156" y="62636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chain · AI in CI/CD · Design-system prompts.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091672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02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EduCal  ·  AI Innovation 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FOUR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5943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Output  →  Learnings  →  Next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11430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promo video covered in 80 seconds — now on one slide.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9476" y="1600200"/>
            <a:ext cx="5577840" cy="2697480"/>
          </a:xfrm>
          <a:prstGeom prst="roundRect">
            <a:avLst>
              <a:gd name="adj" fmla="val 4068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9476" y="1783080"/>
            <a:ext cx="73152" cy="2331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9516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9516" y="2103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can't plan for school costs.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99516" y="265176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localized data.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monthly number.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1600200"/>
            <a:ext cx="5577840" cy="2697480"/>
          </a:xfrm>
          <a:prstGeom prst="roundRect">
            <a:avLst>
              <a:gd name="adj" fmla="val 4068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31636" y="1783080"/>
            <a:ext cx="73152" cy="2331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51676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51676" y="21031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deliverables. Two days of code.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51676" y="265176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— 3-step onboarding → Gemini school search → savings dashboard → per-child tracking.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 — 50-second rendered video from real app footage.</a:t>
            </a:r>
            <a:endParaRPr lang="en-US" sz="12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— Maestro E2E flows authored with AI.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9476" y="4526280"/>
            <a:ext cx="5577840" cy="2697480"/>
          </a:xfrm>
          <a:prstGeom prst="roundRect">
            <a:avLst>
              <a:gd name="adj" fmla="val 4068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9476" y="4709160"/>
            <a:ext cx="73152" cy="2331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LEARNINGS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9516" y="5029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stretch per teammate.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" y="557784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—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composition, first grounding, first Remotion — all from one chat via MCP.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 —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→ Maestro YAML collapsed test authoring time.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—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is a phenomenal draft partner — not a production finisher.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31636" y="4526280"/>
            <a:ext cx="5577840" cy="2697480"/>
          </a:xfrm>
          <a:prstGeom prst="roundRect">
            <a:avLst>
              <a:gd name="adj" fmla="val 4068"/>
            </a:avLst>
          </a:prstGeom>
          <a:solidFill>
            <a:srgbClr val="0F1F3E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31636" y="4709160"/>
            <a:ext cx="73152" cy="2331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51676" y="4754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NEXT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51676" y="50292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51676" y="557784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—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chain (Ralph-style) so it self-corrects without our hand on the wheel.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 —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into CI/CD — continuous test generation, flaky detection, self-healing flows.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Imam — 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design-system prompts to shrink the draft-to-prod gap.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91672" y="6537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EduCal  ·  AI Innovation Sprint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EduCal — How we built it</dc:title>
  <dc:subject>PptxGenJS Presentation</dc:subject>
  <dc:creator>EduCal Team (Vishal / Imam / Kavya)</dc:creator>
  <cp:lastModifiedBy>EduCal Team (Vishal / Imam / Kavya)</cp:lastModifiedBy>
  <cp:revision>1</cp:revision>
  <dcterms:created xsi:type="dcterms:W3CDTF">2026-04-09T19:03:37Z</dcterms:created>
  <dcterms:modified xsi:type="dcterms:W3CDTF">2026-04-09T19:03:37Z</dcterms:modified>
</cp:coreProperties>
</file>